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Play"/>
      <p:regular r:id="rId13"/>
      <p:bold r:id="rId14"/>
    </p:embeddedFont>
    <p:embeddedFont>
      <p:font typeface="Garamon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yNP/0eruHuLF/J1BzKaKRKC6B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Play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regular.fntdata"/><Relationship Id="rId15" Type="http://schemas.openxmlformats.org/officeDocument/2006/relationships/font" Target="fonts/Garamond-regular.fntdata"/><Relationship Id="rId14" Type="http://schemas.openxmlformats.org/officeDocument/2006/relationships/font" Target="fonts/Play-bold.fntdata"/><Relationship Id="rId17" Type="http://schemas.openxmlformats.org/officeDocument/2006/relationships/font" Target="fonts/Garamond-italic.fntdata"/><Relationship Id="rId16" Type="http://schemas.openxmlformats.org/officeDocument/2006/relationships/font" Target="fonts/Garamond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Garamon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27a50b97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2727a50b97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2727a50b97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just a tentative guideline for the assignment.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can decide on the format of the assignment (whether a live presentation or written assignment).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can decide on the duration of the presentation (depending on how many groups are there and how much time you have in class).</a:t>
            </a:r>
            <a:endParaRPr/>
          </a:p>
        </p:txBody>
      </p:sp>
      <p:sp>
        <p:nvSpPr>
          <p:cNvPr id="115" name="Google Shape;11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You can also decide on the breakdown of the marks depending on which factors are more important to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layout">
  <p:cSld name="CUSTOM_2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727b81fd57_0_7"/>
          <p:cNvSpPr/>
          <p:nvPr/>
        </p:nvSpPr>
        <p:spPr>
          <a:xfrm>
            <a:off x="167" y="-13667"/>
            <a:ext cx="12192000" cy="82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descr="A blue text on a black background&#10;&#10;Description automatically generated" id="18" name="Google Shape;18;g2727b81fd57_0_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27122" y="6165992"/>
            <a:ext cx="1663834" cy="396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2727b81fd57_0_7"/>
          <p:cNvPicPr preferRelativeResize="0"/>
          <p:nvPr/>
        </p:nvPicPr>
        <p:blipFill rotWithShape="1">
          <a:blip r:embed="rId3">
            <a:alphaModFix/>
          </a:blip>
          <a:srcRect b="0" l="14101" r="6362" t="0"/>
          <a:stretch/>
        </p:blipFill>
        <p:spPr>
          <a:xfrm>
            <a:off x="-814" y="-13667"/>
            <a:ext cx="5730400" cy="479546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2727b81fd57_0_7"/>
          <p:cNvSpPr/>
          <p:nvPr/>
        </p:nvSpPr>
        <p:spPr>
          <a:xfrm>
            <a:off x="4782450" y="4599563"/>
            <a:ext cx="882000" cy="915300"/>
          </a:xfrm>
          <a:prstGeom prst="rect">
            <a:avLst/>
          </a:prstGeom>
          <a:solidFill>
            <a:srgbClr val="596B6E">
              <a:alpha val="55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" name="Google Shape;21;g2727b81fd57_0_7"/>
          <p:cNvSpPr/>
          <p:nvPr/>
        </p:nvSpPr>
        <p:spPr>
          <a:xfrm>
            <a:off x="5466000" y="3177850"/>
            <a:ext cx="6726000" cy="2745300"/>
          </a:xfrm>
          <a:prstGeom prst="rect">
            <a:avLst/>
          </a:prstGeom>
          <a:solidFill>
            <a:srgbClr val="0061AA">
              <a:alpha val="563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" name="Google Shape;22;g2727b81fd57_0_7"/>
          <p:cNvSpPr txBox="1"/>
          <p:nvPr>
            <p:ph type="title"/>
          </p:nvPr>
        </p:nvSpPr>
        <p:spPr>
          <a:xfrm>
            <a:off x="5993367" y="3263433"/>
            <a:ext cx="5208300" cy="1446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/>
        </p:txBody>
      </p:sp>
      <p:sp>
        <p:nvSpPr>
          <p:cNvPr id="23" name="Google Shape;23;g2727b81fd57_0_7"/>
          <p:cNvSpPr txBox="1"/>
          <p:nvPr>
            <p:ph idx="1" type="subTitle"/>
          </p:nvPr>
        </p:nvSpPr>
        <p:spPr>
          <a:xfrm>
            <a:off x="5993367" y="4870633"/>
            <a:ext cx="5208300" cy="91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lete -  Header, Sub-header and Content slid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727b81fd57_0_15"/>
          <p:cNvSpPr txBox="1"/>
          <p:nvPr>
            <p:ph type="title"/>
          </p:nvPr>
        </p:nvSpPr>
        <p:spPr>
          <a:xfrm>
            <a:off x="457200" y="191600"/>
            <a:ext cx="112347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i="0" sz="32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g2727b81fd57_0_15"/>
          <p:cNvSpPr txBox="1"/>
          <p:nvPr>
            <p:ph idx="1" type="body"/>
          </p:nvPr>
        </p:nvSpPr>
        <p:spPr>
          <a:xfrm>
            <a:off x="457183" y="1848055"/>
            <a:ext cx="111924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i="0" sz="2100" u="none" cap="none" strike="noStrike">
                <a:solidFill>
                  <a:schemeClr val="dk1"/>
                </a:solidFill>
              </a:defRPr>
            </a:lvl1pPr>
            <a:lvl2pPr indent="-3492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i="0" sz="1900" u="none" cap="none" strike="noStrike">
                <a:solidFill>
                  <a:schemeClr val="dk1"/>
                </a:solidFill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g2727b81fd57_0_15"/>
          <p:cNvSpPr txBox="1"/>
          <p:nvPr>
            <p:ph idx="2" type="title"/>
          </p:nvPr>
        </p:nvSpPr>
        <p:spPr>
          <a:xfrm>
            <a:off x="457183" y="1329433"/>
            <a:ext cx="111924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 sz="21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164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Content slide">
  <p:cSld name="Title, sub title and Content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727b81fd57_0_19"/>
          <p:cNvSpPr txBox="1"/>
          <p:nvPr>
            <p:ph type="title"/>
          </p:nvPr>
        </p:nvSpPr>
        <p:spPr>
          <a:xfrm>
            <a:off x="517967" y="191608"/>
            <a:ext cx="111924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i="0" sz="32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g2727b81fd57_0_19"/>
          <p:cNvSpPr txBox="1"/>
          <p:nvPr>
            <p:ph idx="1" type="body"/>
          </p:nvPr>
        </p:nvSpPr>
        <p:spPr>
          <a:xfrm>
            <a:off x="517967" y="1281201"/>
            <a:ext cx="11192400" cy="46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i="0" sz="2100" u="none" cap="none" strike="noStrike">
                <a:solidFill>
                  <a:schemeClr val="dk1"/>
                </a:solidFill>
              </a:defRPr>
            </a:lvl1pPr>
            <a:lvl2pPr indent="-3492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i="0" sz="1900" u="none" cap="none" strike="noStrike">
                <a:solidFill>
                  <a:schemeClr val="dk1"/>
                </a:solidFill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377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807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-header and Content slide">
  <p:cSld name="Title, sub title and Content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727b81fd57_0_22"/>
          <p:cNvSpPr txBox="1"/>
          <p:nvPr>
            <p:ph type="title"/>
          </p:nvPr>
        </p:nvSpPr>
        <p:spPr>
          <a:xfrm>
            <a:off x="517967" y="191608"/>
            <a:ext cx="111924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i="0" sz="32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g2727b81fd57_0_22"/>
          <p:cNvSpPr txBox="1"/>
          <p:nvPr>
            <p:ph idx="2" type="title"/>
          </p:nvPr>
        </p:nvSpPr>
        <p:spPr>
          <a:xfrm>
            <a:off x="517967" y="1329433"/>
            <a:ext cx="11131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 sz="21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g2727b81fd57_0_22"/>
          <p:cNvSpPr txBox="1"/>
          <p:nvPr>
            <p:ph idx="1" type="body"/>
          </p:nvPr>
        </p:nvSpPr>
        <p:spPr>
          <a:xfrm>
            <a:off x="517967" y="1908867"/>
            <a:ext cx="11192400" cy="4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i="0" sz="2100" u="none" cap="none" strike="noStrike">
                <a:solidFill>
                  <a:schemeClr val="dk1"/>
                </a:solidFill>
              </a:defRPr>
            </a:lvl1pPr>
            <a:lvl2pPr indent="-3492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i="0" sz="1900" u="none" cap="none" strike="noStrike">
                <a:solidFill>
                  <a:schemeClr val="dk1"/>
                </a:solidFill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377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807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 slide">
  <p:cSld name="Title and Content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727b81fd57_0_26"/>
          <p:cNvSpPr txBox="1"/>
          <p:nvPr>
            <p:ph type="title"/>
          </p:nvPr>
        </p:nvSpPr>
        <p:spPr>
          <a:xfrm>
            <a:off x="517967" y="191608"/>
            <a:ext cx="111924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i="0" sz="32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aramond"/>
              <a:buNone/>
              <a:defRPr i="0" sz="19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>
  <p:cSld name="Title only 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727b81fd57_0_28"/>
          <p:cNvSpPr txBox="1"/>
          <p:nvPr>
            <p:ph type="title"/>
          </p:nvPr>
        </p:nvSpPr>
        <p:spPr>
          <a:xfrm>
            <a:off x="517967" y="191608"/>
            <a:ext cx="111924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i="0" sz="3200" u="none" cap="none" strike="noStrike"/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i="0" sz="1900" u="none" cap="none" strike="noStrike"/>
            </a:lvl9pPr>
          </a:lstStyle>
          <a:p/>
        </p:txBody>
      </p:sp>
      <p:sp>
        <p:nvSpPr>
          <p:cNvPr id="39" name="Google Shape;39;g2727b81fd57_0_28"/>
          <p:cNvSpPr txBox="1"/>
          <p:nvPr>
            <p:ph idx="1" type="body"/>
          </p:nvPr>
        </p:nvSpPr>
        <p:spPr>
          <a:xfrm>
            <a:off x="517950" y="2254467"/>
            <a:ext cx="5478900" cy="4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indent="-323850" lvl="1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  <p:sp>
        <p:nvSpPr>
          <p:cNvPr id="40" name="Google Shape;40;g2727b81fd57_0_28"/>
          <p:cNvSpPr txBox="1"/>
          <p:nvPr>
            <p:ph idx="2" type="body"/>
          </p:nvPr>
        </p:nvSpPr>
        <p:spPr>
          <a:xfrm>
            <a:off x="6222647" y="2254467"/>
            <a:ext cx="5388900" cy="4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indent="-323850" lvl="1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  <p:sp>
        <p:nvSpPr>
          <p:cNvPr id="41" name="Google Shape;41;g2727b81fd57_0_28"/>
          <p:cNvSpPr txBox="1"/>
          <p:nvPr>
            <p:ph idx="3" type="title"/>
          </p:nvPr>
        </p:nvSpPr>
        <p:spPr>
          <a:xfrm>
            <a:off x="517950" y="1329433"/>
            <a:ext cx="54789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42" name="Google Shape;42;g2727b81fd57_0_28"/>
          <p:cNvSpPr txBox="1"/>
          <p:nvPr>
            <p:ph idx="4" type="title"/>
          </p:nvPr>
        </p:nvSpPr>
        <p:spPr>
          <a:xfrm>
            <a:off x="6222644" y="1329433"/>
            <a:ext cx="53889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i="0" sz="2100" u="none" cap="none" strike="noStrike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Two column slide">
  <p:cSld name="Title only slide_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727b81fd57_0_34"/>
          <p:cNvSpPr txBox="1"/>
          <p:nvPr>
            <p:ph type="title"/>
          </p:nvPr>
        </p:nvSpPr>
        <p:spPr>
          <a:xfrm>
            <a:off x="517967" y="191608"/>
            <a:ext cx="111924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i="0" sz="32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g2727b81fd57_0_34"/>
          <p:cNvSpPr txBox="1"/>
          <p:nvPr>
            <p:ph idx="1" type="body"/>
          </p:nvPr>
        </p:nvSpPr>
        <p:spPr>
          <a:xfrm>
            <a:off x="517950" y="1281200"/>
            <a:ext cx="5478900" cy="5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indent="-323850" lvl="1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  <p:sp>
        <p:nvSpPr>
          <p:cNvPr id="46" name="Google Shape;46;g2727b81fd57_0_34"/>
          <p:cNvSpPr txBox="1"/>
          <p:nvPr>
            <p:ph idx="2" type="body"/>
          </p:nvPr>
        </p:nvSpPr>
        <p:spPr>
          <a:xfrm>
            <a:off x="6222649" y="1281200"/>
            <a:ext cx="5388900" cy="5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•"/>
              <a:defRPr/>
            </a:lvl1pPr>
            <a:lvl2pPr indent="-323850" lvl="1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727b81fd57_0_38"/>
          <p:cNvSpPr/>
          <p:nvPr/>
        </p:nvSpPr>
        <p:spPr>
          <a:xfrm>
            <a:off x="1400" y="1209575"/>
            <a:ext cx="12192000" cy="1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Blank slide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727b81fd57_0_40"/>
          <p:cNvSpPr/>
          <p:nvPr/>
        </p:nvSpPr>
        <p:spPr>
          <a:xfrm>
            <a:off x="1400" y="1209575"/>
            <a:ext cx="12192000" cy="1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1" name="Google Shape;51;g2727b81fd57_0_40"/>
          <p:cNvSpPr/>
          <p:nvPr/>
        </p:nvSpPr>
        <p:spPr>
          <a:xfrm>
            <a:off x="0" y="6570533"/>
            <a:ext cx="12193200" cy="2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" name="Google Shape;52;g2727b81fd57_0_40"/>
          <p:cNvSpPr/>
          <p:nvPr/>
        </p:nvSpPr>
        <p:spPr>
          <a:xfrm>
            <a:off x="167" y="-25657"/>
            <a:ext cx="12192000" cy="82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727b81fd57_0_44"/>
          <p:cNvSpPr txBox="1"/>
          <p:nvPr>
            <p:ph type="title"/>
          </p:nvPr>
        </p:nvSpPr>
        <p:spPr>
          <a:xfrm>
            <a:off x="517967" y="191608"/>
            <a:ext cx="11192400" cy="966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g2727b81fd57_0_44"/>
          <p:cNvSpPr/>
          <p:nvPr/>
        </p:nvSpPr>
        <p:spPr>
          <a:xfrm>
            <a:off x="3930392" y="1716025"/>
            <a:ext cx="2864100" cy="2838300"/>
          </a:xfrm>
          <a:prstGeom prst="diamond">
            <a:avLst/>
          </a:prstGeom>
          <a:noFill/>
          <a:ln cap="flat" cmpd="sng" w="9525">
            <a:solidFill>
              <a:srgbClr val="596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" name="Google Shape;56;g2727b81fd57_0_44"/>
          <p:cNvSpPr/>
          <p:nvPr/>
        </p:nvSpPr>
        <p:spPr>
          <a:xfrm>
            <a:off x="806350" y="1716025"/>
            <a:ext cx="2864100" cy="2838300"/>
          </a:xfrm>
          <a:prstGeom prst="diamond">
            <a:avLst/>
          </a:prstGeom>
          <a:noFill/>
          <a:ln cap="flat" cmpd="sng" w="9525">
            <a:solidFill>
              <a:srgbClr val="596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7" name="Google Shape;57;g2727b81fd57_0_44"/>
          <p:cNvSpPr/>
          <p:nvPr/>
        </p:nvSpPr>
        <p:spPr>
          <a:xfrm>
            <a:off x="7054434" y="1716025"/>
            <a:ext cx="2864100" cy="2838300"/>
          </a:xfrm>
          <a:prstGeom prst="diamond">
            <a:avLst/>
          </a:prstGeom>
          <a:noFill/>
          <a:ln cap="flat" cmpd="sng" w="9525">
            <a:solidFill>
              <a:srgbClr val="596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" name="Google Shape;58;g2727b81fd57_0_44"/>
          <p:cNvSpPr/>
          <p:nvPr/>
        </p:nvSpPr>
        <p:spPr>
          <a:xfrm>
            <a:off x="5492413" y="3312760"/>
            <a:ext cx="2864100" cy="2838300"/>
          </a:xfrm>
          <a:prstGeom prst="diamond">
            <a:avLst/>
          </a:prstGeom>
          <a:noFill/>
          <a:ln cap="flat" cmpd="sng" w="9525">
            <a:solidFill>
              <a:srgbClr val="596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" name="Google Shape;59;g2727b81fd57_0_44"/>
          <p:cNvSpPr/>
          <p:nvPr/>
        </p:nvSpPr>
        <p:spPr>
          <a:xfrm>
            <a:off x="2368371" y="3312760"/>
            <a:ext cx="2864100" cy="2838300"/>
          </a:xfrm>
          <a:prstGeom prst="diamond">
            <a:avLst/>
          </a:prstGeom>
          <a:noFill/>
          <a:ln cap="flat" cmpd="sng" w="9525">
            <a:solidFill>
              <a:srgbClr val="596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" name="Google Shape;60;g2727b81fd57_0_44"/>
          <p:cNvSpPr/>
          <p:nvPr/>
        </p:nvSpPr>
        <p:spPr>
          <a:xfrm>
            <a:off x="8616455" y="3312760"/>
            <a:ext cx="2864100" cy="2838300"/>
          </a:xfrm>
          <a:prstGeom prst="diamond">
            <a:avLst/>
          </a:prstGeom>
          <a:noFill/>
          <a:ln cap="flat" cmpd="sng" w="9525">
            <a:solidFill>
              <a:srgbClr val="596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slide">
  <p:cSld name="Section title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27b81fd57_0_52"/>
          <p:cNvSpPr/>
          <p:nvPr/>
        </p:nvSpPr>
        <p:spPr>
          <a:xfrm>
            <a:off x="167" y="0"/>
            <a:ext cx="12192000" cy="82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grpSp>
        <p:nvGrpSpPr>
          <p:cNvPr id="63" name="Google Shape;63;g2727b81fd57_0_52"/>
          <p:cNvGrpSpPr/>
          <p:nvPr/>
        </p:nvGrpSpPr>
        <p:grpSpPr>
          <a:xfrm>
            <a:off x="406373" y="0"/>
            <a:ext cx="11785255" cy="5076717"/>
            <a:chOff x="304788" y="0"/>
            <a:chExt cx="8839163" cy="3807633"/>
          </a:xfrm>
        </p:grpSpPr>
        <p:sp>
          <p:nvSpPr>
            <p:cNvPr id="64" name="Google Shape;64;g2727b81fd57_0_52"/>
            <p:cNvSpPr/>
            <p:nvPr/>
          </p:nvSpPr>
          <p:spPr>
            <a:xfrm>
              <a:off x="304788" y="3121233"/>
              <a:ext cx="661500" cy="686400"/>
            </a:xfrm>
            <a:prstGeom prst="rect">
              <a:avLst/>
            </a:prstGeom>
            <a:solidFill>
              <a:srgbClr val="596B6E">
                <a:alpha val="213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65" name="Google Shape;65;g2727b81fd57_0_52"/>
            <p:cNvSpPr/>
            <p:nvPr/>
          </p:nvSpPr>
          <p:spPr>
            <a:xfrm>
              <a:off x="817450" y="0"/>
              <a:ext cx="8326500" cy="3269700"/>
            </a:xfrm>
            <a:prstGeom prst="rect">
              <a:avLst/>
            </a:prstGeom>
            <a:solidFill>
              <a:srgbClr val="0061AA">
                <a:alpha val="27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66" name="Google Shape;66;g2727b81fd57_0_52"/>
          <p:cNvSpPr txBox="1"/>
          <p:nvPr>
            <p:ph type="title"/>
          </p:nvPr>
        </p:nvSpPr>
        <p:spPr>
          <a:xfrm>
            <a:off x="1373200" y="2880167"/>
            <a:ext cx="92796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00000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/>
        </p:txBody>
      </p:sp>
      <p:sp>
        <p:nvSpPr>
          <p:cNvPr id="67" name="Google Shape;67;g2727b81fd57_0_52"/>
          <p:cNvSpPr txBox="1"/>
          <p:nvPr>
            <p:ph idx="2" type="title"/>
          </p:nvPr>
        </p:nvSpPr>
        <p:spPr>
          <a:xfrm>
            <a:off x="1398857" y="4472967"/>
            <a:ext cx="8492400" cy="82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7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g2727b81fd57_0_59"/>
          <p:cNvGrpSpPr/>
          <p:nvPr/>
        </p:nvGrpSpPr>
        <p:grpSpPr>
          <a:xfrm flipH="1" rot="10800000">
            <a:off x="406373" y="3454527"/>
            <a:ext cx="11785255" cy="3417252"/>
            <a:chOff x="304788" y="1244630"/>
            <a:chExt cx="8839163" cy="2563003"/>
          </a:xfrm>
        </p:grpSpPr>
        <p:sp>
          <p:nvSpPr>
            <p:cNvPr id="70" name="Google Shape;70;g2727b81fd57_0_59"/>
            <p:cNvSpPr/>
            <p:nvPr/>
          </p:nvSpPr>
          <p:spPr>
            <a:xfrm>
              <a:off x="304788" y="3121233"/>
              <a:ext cx="661500" cy="686400"/>
            </a:xfrm>
            <a:prstGeom prst="rect">
              <a:avLst/>
            </a:prstGeom>
            <a:solidFill>
              <a:srgbClr val="596B6E">
                <a:alpha val="213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71" name="Google Shape;71;g2727b81fd57_0_59"/>
            <p:cNvSpPr/>
            <p:nvPr/>
          </p:nvSpPr>
          <p:spPr>
            <a:xfrm>
              <a:off x="817450" y="1244630"/>
              <a:ext cx="8326500" cy="2025000"/>
            </a:xfrm>
            <a:prstGeom prst="rect">
              <a:avLst/>
            </a:prstGeom>
            <a:solidFill>
              <a:srgbClr val="0061AA">
                <a:alpha val="270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72" name="Google Shape;72;g2727b81fd57_0_59"/>
          <p:cNvSpPr/>
          <p:nvPr/>
        </p:nvSpPr>
        <p:spPr>
          <a:xfrm>
            <a:off x="1400" y="1209575"/>
            <a:ext cx="12192000" cy="11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3" name="Google Shape;73;g2727b81fd57_0_59"/>
          <p:cNvSpPr/>
          <p:nvPr/>
        </p:nvSpPr>
        <p:spPr>
          <a:xfrm>
            <a:off x="167" y="0"/>
            <a:ext cx="12192000" cy="82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4" name="Google Shape;74;g2727b81fd57_0_59"/>
          <p:cNvSpPr txBox="1"/>
          <p:nvPr>
            <p:ph type="title"/>
          </p:nvPr>
        </p:nvSpPr>
        <p:spPr>
          <a:xfrm>
            <a:off x="1357502" y="2676967"/>
            <a:ext cx="77409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00000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/>
        </p:txBody>
      </p:sp>
      <p:sp>
        <p:nvSpPr>
          <p:cNvPr id="75" name="Google Shape;75;g2727b81fd57_0_59"/>
          <p:cNvSpPr txBox="1"/>
          <p:nvPr>
            <p:ph idx="2" type="title"/>
          </p:nvPr>
        </p:nvSpPr>
        <p:spPr>
          <a:xfrm>
            <a:off x="1398857" y="4282595"/>
            <a:ext cx="8492400" cy="82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USFW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/ Finish">
  <p:cSld name="BLANK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27b81fd57_0_6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rmal Page">
  <p:cSld name="BLANK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27b81fd57_0_70"/>
          <p:cNvSpPr txBox="1"/>
          <p:nvPr>
            <p:ph type="title"/>
          </p:nvPr>
        </p:nvSpPr>
        <p:spPr>
          <a:xfrm>
            <a:off x="431800" y="118110"/>
            <a:ext cx="10515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cap="none">
                <a:latin typeface="Play"/>
                <a:ea typeface="Play"/>
                <a:cs typeface="Play"/>
                <a:sym typeface="Play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9pPr>
          </a:lstStyle>
          <a:p/>
        </p:txBody>
      </p:sp>
      <p:sp>
        <p:nvSpPr>
          <p:cNvPr id="81" name="Google Shape;81;g2727b81fd57_0_70"/>
          <p:cNvSpPr txBox="1"/>
          <p:nvPr>
            <p:ph idx="1" type="body"/>
          </p:nvPr>
        </p:nvSpPr>
        <p:spPr>
          <a:xfrm>
            <a:off x="431800" y="1443990"/>
            <a:ext cx="10515600" cy="3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2" name="Google Shape;82;g2727b81fd57_0_70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3" name="Google Shape;83;g2727b81fd57_0_70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4" name="Google Shape;84;g2727b81fd57_0_70"/>
          <p:cNvSpPr/>
          <p:nvPr/>
        </p:nvSpPr>
        <p:spPr>
          <a:xfrm>
            <a:off x="11734800" y="6393180"/>
            <a:ext cx="457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5" name="Google Shape;85;g2727b81fd57_0_70"/>
          <p:cNvSpPr txBox="1"/>
          <p:nvPr>
            <p:ph idx="12" type="sldNum"/>
          </p:nvPr>
        </p:nvSpPr>
        <p:spPr>
          <a:xfrm>
            <a:off x="11725275" y="6495415"/>
            <a:ext cx="457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divider">
  <p:cSld name="12_divider">
    <p:bg>
      <p:bgPr>
        <a:solidFill>
          <a:srgbClr val="FFE27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27b81fd57_0_77"/>
          <p:cNvSpPr txBox="1"/>
          <p:nvPr>
            <p:ph type="ctrTitle"/>
          </p:nvPr>
        </p:nvSpPr>
        <p:spPr>
          <a:xfrm>
            <a:off x="8017510" y="1842770"/>
            <a:ext cx="3598500" cy="187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 cap="none">
                <a:solidFill>
                  <a:srgbClr val="000000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9pPr>
          </a:lstStyle>
          <a:p/>
        </p:txBody>
      </p:sp>
      <p:sp>
        <p:nvSpPr>
          <p:cNvPr id="88" name="Google Shape;88;g2727b81fd57_0_77"/>
          <p:cNvSpPr txBox="1"/>
          <p:nvPr>
            <p:ph idx="1" type="subTitle"/>
          </p:nvPr>
        </p:nvSpPr>
        <p:spPr>
          <a:xfrm>
            <a:off x="8017510" y="3810000"/>
            <a:ext cx="35985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 cap="none">
                <a:solidFill>
                  <a:srgbClr val="000000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cap="none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cap="none"/>
            </a:lvl9pPr>
          </a:lstStyle>
          <a:p/>
        </p:txBody>
      </p:sp>
      <p:sp>
        <p:nvSpPr>
          <p:cNvPr id="89" name="Google Shape;89;g2727b81fd57_0_77"/>
          <p:cNvSpPr/>
          <p:nvPr>
            <p:ph idx="2" type="pic"/>
          </p:nvPr>
        </p:nvSpPr>
        <p:spPr>
          <a:xfrm>
            <a:off x="874395" y="-695325"/>
            <a:ext cx="6678900" cy="6678900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90" name="Google Shape;90;g2727b81fd57_0_77"/>
          <p:cNvSpPr/>
          <p:nvPr/>
        </p:nvSpPr>
        <p:spPr>
          <a:xfrm>
            <a:off x="0" y="5983605"/>
            <a:ext cx="874500" cy="874500"/>
          </a:xfrm>
          <a:prstGeom prst="rect">
            <a:avLst/>
          </a:prstGeom>
          <a:solidFill>
            <a:srgbClr val="EEB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1" name="Google Shape;91;g2727b81fd57_0_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550" y="6253480"/>
            <a:ext cx="1352550" cy="356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rmal Page 1">
  <p:cSld name="Normal Pag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27b81fd57_0_83"/>
          <p:cNvSpPr txBox="1"/>
          <p:nvPr>
            <p:ph type="title"/>
          </p:nvPr>
        </p:nvSpPr>
        <p:spPr>
          <a:xfrm>
            <a:off x="431800" y="118110"/>
            <a:ext cx="10515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cap="none">
                <a:latin typeface="Play"/>
                <a:ea typeface="Play"/>
                <a:cs typeface="Play"/>
                <a:sym typeface="Play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ay"/>
              <a:buNone/>
              <a:defRPr/>
            </a:lvl9pPr>
          </a:lstStyle>
          <a:p/>
        </p:txBody>
      </p:sp>
      <p:sp>
        <p:nvSpPr>
          <p:cNvPr id="94" name="Google Shape;94;g2727b81fd57_0_83"/>
          <p:cNvSpPr txBox="1"/>
          <p:nvPr>
            <p:ph idx="1" type="body"/>
          </p:nvPr>
        </p:nvSpPr>
        <p:spPr>
          <a:xfrm>
            <a:off x="431800" y="1443990"/>
            <a:ext cx="10515600" cy="3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95" name="Google Shape;95;g2727b81fd57_0_83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6" name="Google Shape;96;g2727b81fd57_0_83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7" name="Google Shape;97;g2727b81fd57_0_83"/>
          <p:cNvSpPr/>
          <p:nvPr/>
        </p:nvSpPr>
        <p:spPr>
          <a:xfrm>
            <a:off x="11734800" y="6393180"/>
            <a:ext cx="457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8" name="Google Shape;98;g2727b81fd57_0_83"/>
          <p:cNvSpPr txBox="1"/>
          <p:nvPr>
            <p:ph idx="12" type="sldNum"/>
          </p:nvPr>
        </p:nvSpPr>
        <p:spPr>
          <a:xfrm>
            <a:off x="11725275" y="6495415"/>
            <a:ext cx="457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  <a:defRPr b="0" i="0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Sub Two Content">
  <p:cSld name="BLANK_3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27b81fd57_0_90"/>
          <p:cNvSpPr txBox="1"/>
          <p:nvPr>
            <p:ph type="title"/>
          </p:nvPr>
        </p:nvSpPr>
        <p:spPr>
          <a:xfrm>
            <a:off x="381000" y="221615"/>
            <a:ext cx="10972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/>
        </p:txBody>
      </p:sp>
      <p:sp>
        <p:nvSpPr>
          <p:cNvPr id="101" name="Google Shape;101;g2727b81fd57_0_90"/>
          <p:cNvSpPr txBox="1"/>
          <p:nvPr>
            <p:ph idx="1" type="body"/>
          </p:nvPr>
        </p:nvSpPr>
        <p:spPr>
          <a:xfrm>
            <a:off x="381000" y="1495425"/>
            <a:ext cx="109728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  <a:defRPr b="0" i="0" sz="3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indent="-355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925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indent="-3302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4925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102" name="Google Shape;102;g2727b81fd57_0_90"/>
          <p:cNvSpPr txBox="1"/>
          <p:nvPr>
            <p:ph idx="2" type="body"/>
          </p:nvPr>
        </p:nvSpPr>
        <p:spPr>
          <a:xfrm>
            <a:off x="381000" y="2105660"/>
            <a:ext cx="54300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925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indent="-3302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4925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103" name="Google Shape;103;g2727b81fd57_0_90"/>
          <p:cNvSpPr txBox="1"/>
          <p:nvPr>
            <p:ph idx="3" type="body"/>
          </p:nvPr>
        </p:nvSpPr>
        <p:spPr>
          <a:xfrm>
            <a:off x="5923915" y="2105660"/>
            <a:ext cx="54300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925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indent="-3302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5pPr>
            <a:lvl6pPr indent="-34925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727b81fd57_0_0"/>
          <p:cNvSpPr txBox="1"/>
          <p:nvPr>
            <p:ph type="title"/>
          </p:nvPr>
        </p:nvSpPr>
        <p:spPr>
          <a:xfrm>
            <a:off x="517967" y="191608"/>
            <a:ext cx="111924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i="0" sz="32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9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2727b81fd57_0_0"/>
          <p:cNvSpPr txBox="1"/>
          <p:nvPr>
            <p:ph idx="1" type="body"/>
          </p:nvPr>
        </p:nvSpPr>
        <p:spPr>
          <a:xfrm>
            <a:off x="517950" y="1901422"/>
            <a:ext cx="111924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i="0" sz="2100" u="none" cap="none" strike="noStrike">
                <a:solidFill>
                  <a:schemeClr val="dk1"/>
                </a:solidFill>
              </a:defRPr>
            </a:lvl1pPr>
            <a:lvl2pPr indent="-3492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i="0" sz="1900" u="none" cap="none" strike="noStrike">
                <a:solidFill>
                  <a:schemeClr val="dk1"/>
                </a:solidFill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g2727b81fd57_0_0"/>
          <p:cNvSpPr txBox="1"/>
          <p:nvPr/>
        </p:nvSpPr>
        <p:spPr>
          <a:xfrm>
            <a:off x="517950" y="1391260"/>
            <a:ext cx="111924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" name="Google Shape;13;g2727b81fd57_0_0"/>
          <p:cNvSpPr txBox="1"/>
          <p:nvPr>
            <p:ph idx="2" type="title"/>
          </p:nvPr>
        </p:nvSpPr>
        <p:spPr>
          <a:xfrm>
            <a:off x="517950" y="1281200"/>
            <a:ext cx="111924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i="0" sz="2100" u="none" cap="none" strike="noStrike">
                <a:solidFill>
                  <a:schemeClr val="dk1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" name="Google Shape;14;g2727b81fd57_0_0"/>
          <p:cNvSpPr/>
          <p:nvPr/>
        </p:nvSpPr>
        <p:spPr>
          <a:xfrm>
            <a:off x="297975" y="0"/>
            <a:ext cx="11894100" cy="191700"/>
          </a:xfrm>
          <a:prstGeom prst="rect">
            <a:avLst/>
          </a:prstGeom>
          <a:solidFill>
            <a:srgbClr val="0061AA">
              <a:alpha val="27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 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" name="Google Shape;15;g2727b81fd57_0_0"/>
          <p:cNvSpPr/>
          <p:nvPr/>
        </p:nvSpPr>
        <p:spPr>
          <a:xfrm>
            <a:off x="0" y="0"/>
            <a:ext cx="481500" cy="431100"/>
          </a:xfrm>
          <a:prstGeom prst="rect">
            <a:avLst/>
          </a:prstGeom>
          <a:solidFill>
            <a:srgbClr val="596B6E">
              <a:alpha val="213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737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colah.github.io/posts/2014-10-Visualizing-MNIST/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27a50b972_0_0"/>
          <p:cNvSpPr txBox="1"/>
          <p:nvPr>
            <p:ph type="title"/>
          </p:nvPr>
        </p:nvSpPr>
        <p:spPr>
          <a:xfrm>
            <a:off x="5993367" y="3263433"/>
            <a:ext cx="5208300" cy="167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en-US" sz="2000"/>
              <a:t>CAI 2100C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Machine Learning Foundations</a:t>
            </a:r>
            <a:endParaRPr/>
          </a:p>
        </p:txBody>
      </p:sp>
      <p:sp>
        <p:nvSpPr>
          <p:cNvPr id="110" name="Google Shape;110;g2727a50b972_0_0"/>
          <p:cNvSpPr txBox="1"/>
          <p:nvPr>
            <p:ph idx="1" type="subTitle"/>
          </p:nvPr>
        </p:nvSpPr>
        <p:spPr>
          <a:xfrm>
            <a:off x="7991156" y="6494178"/>
            <a:ext cx="69444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Introduction to 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11" name="Google Shape;111;g2727a50b972_0_0"/>
          <p:cNvSpPr txBox="1"/>
          <p:nvPr/>
        </p:nvSpPr>
        <p:spPr>
          <a:xfrm>
            <a:off x="6085300" y="4940125"/>
            <a:ext cx="38013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</a:rPr>
              <a:t>Assignment 3</a:t>
            </a:r>
            <a:endParaRPr sz="1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431800" y="118110"/>
            <a:ext cx="10515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lay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Assignment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431797" y="2106000"/>
            <a:ext cx="10645934" cy="4665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Break into your groups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You will be given a scenario in the next slide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Find the solutions for the </a:t>
            </a:r>
            <a:r>
              <a:rPr lang="en-US"/>
              <a:t>questions</a:t>
            </a:r>
            <a:r>
              <a:rPr lang="en-US" sz="2400"/>
              <a:t> in a Jupyter Notebook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Your assignment will be a 5 – 10 minutes presentation in front of the class</a:t>
            </a:r>
            <a:endParaRPr sz="2400"/>
          </a:p>
        </p:txBody>
      </p:sp>
      <p:sp>
        <p:nvSpPr>
          <p:cNvPr id="119" name="Google Shape;119;p2"/>
          <p:cNvSpPr txBox="1"/>
          <p:nvPr>
            <p:ph idx="12" type="sldNum"/>
          </p:nvPr>
        </p:nvSpPr>
        <p:spPr>
          <a:xfrm>
            <a:off x="11725275" y="6495415"/>
            <a:ext cx="457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120" name="Google Shape;120;p2"/>
          <p:cNvSpPr txBox="1"/>
          <p:nvPr/>
        </p:nvSpPr>
        <p:spPr>
          <a:xfrm>
            <a:off x="381000" y="1495361"/>
            <a:ext cx="10972800" cy="53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3200"/>
              <a:buFont typeface="Play"/>
              <a:buNone/>
            </a:pPr>
            <a:r>
              <a:rPr i="0" lang="en-US" sz="3200" u="none" cap="none" strike="noStrike">
                <a:solidFill>
                  <a:schemeClr val="dk1"/>
                </a:solidFill>
              </a:rPr>
              <a:t>The task for the assignment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431800" y="118110"/>
            <a:ext cx="10515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lay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Assignment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431797" y="2106000"/>
            <a:ext cx="10645934" cy="3930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Marks can be allocated based on the below guidelines: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completeness of your solution (the Python codes are working)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The end results of your solution (the Python codes yield the correct answer)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presentation of your contents (with explanations on how the things work)</a:t>
            </a:r>
            <a:endParaRPr/>
          </a:p>
        </p:txBody>
      </p:sp>
      <p:sp>
        <p:nvSpPr>
          <p:cNvPr id="128" name="Google Shape;128;p3"/>
          <p:cNvSpPr txBox="1"/>
          <p:nvPr>
            <p:ph idx="12" type="sldNum"/>
          </p:nvPr>
        </p:nvSpPr>
        <p:spPr>
          <a:xfrm>
            <a:off x="11725275" y="6495415"/>
            <a:ext cx="457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129" name="Google Shape;129;p3"/>
          <p:cNvSpPr txBox="1"/>
          <p:nvPr/>
        </p:nvSpPr>
        <p:spPr>
          <a:xfrm>
            <a:off x="381000" y="1495361"/>
            <a:ext cx="10972800" cy="53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3200"/>
              <a:buFont typeface="Play"/>
              <a:buNone/>
            </a:pPr>
            <a:r>
              <a:rPr i="0" lang="en-US" sz="3200" u="none" cap="none" strike="noStrike">
                <a:solidFill>
                  <a:schemeClr val="dk1"/>
                </a:solidFill>
              </a:rPr>
              <a:t>The grading for the assignment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type="title"/>
          </p:nvPr>
        </p:nvSpPr>
        <p:spPr>
          <a:xfrm>
            <a:off x="431800" y="118110"/>
            <a:ext cx="10515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lay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Assignment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524165" y="2180582"/>
            <a:ext cx="5394035" cy="237724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Run the same analysis using 42K points with various of perplexity and iterations.(as shown in the jupyter notebook)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If you use all of the points, you can expect plots like this blog below: </a:t>
            </a:r>
            <a:r>
              <a:rPr lang="en-US" sz="2200" u="sng">
                <a:solidFill>
                  <a:srgbClr val="3C78D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http://colah.github.io/posts/2014-10-Visualizing-MNIST/</a:t>
            </a:r>
            <a:endParaRPr sz="2200">
              <a:solidFill>
                <a:srgbClr val="3C78D8"/>
              </a:solidFill>
            </a:endParaRPr>
          </a:p>
        </p:txBody>
      </p:sp>
      <p:sp>
        <p:nvSpPr>
          <p:cNvPr id="137" name="Google Shape;137;p4"/>
          <p:cNvSpPr txBox="1"/>
          <p:nvPr>
            <p:ph idx="12" type="sldNum"/>
          </p:nvPr>
        </p:nvSpPr>
        <p:spPr>
          <a:xfrm>
            <a:off x="11725275" y="6495415"/>
            <a:ext cx="457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138" name="Google Shape;138;p4"/>
          <p:cNvSpPr txBox="1"/>
          <p:nvPr/>
        </p:nvSpPr>
        <p:spPr>
          <a:xfrm>
            <a:off x="431800" y="1154848"/>
            <a:ext cx="10972800" cy="53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3200"/>
              <a:buFont typeface="Play"/>
              <a:buNone/>
            </a:pPr>
            <a:r>
              <a:rPr i="0" lang="en-US" sz="3200" u="none" cap="none" strike="noStrike">
                <a:solidFill>
                  <a:schemeClr val="dk1"/>
                </a:solidFill>
              </a:rPr>
              <a:t>Visualization using PCA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7896225" y="1759300"/>
            <a:ext cx="190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Expected output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Chart, scatter chart&#10;&#10;Description automatically generated" id="140" name="Google Shape;140;p4"/>
          <p:cNvPicPr preferRelativeResize="0"/>
          <p:nvPr/>
        </p:nvPicPr>
        <p:blipFill rotWithShape="1">
          <a:blip r:embed="rId4">
            <a:alphaModFix/>
          </a:blip>
          <a:srcRect b="8087" l="0" r="0" t="0"/>
          <a:stretch/>
        </p:blipFill>
        <p:spPr>
          <a:xfrm>
            <a:off x="7087293" y="2202633"/>
            <a:ext cx="3507341" cy="3691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2021-09-13T09:05:29Z</dcterms:created>
  <dc:creator>YewMeng Ng</dc:creator>
</cp:coreProperties>
</file>